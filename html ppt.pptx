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56" r:id="rId2"/>
    <p:sldId id="257" r:id="rId3"/>
    <p:sldId id="263" r:id="rId4"/>
    <p:sldId id="264" r:id="rId5"/>
    <p:sldId id="265" r:id="rId6"/>
    <p:sldId id="268" r:id="rId7"/>
    <p:sldId id="269" r:id="rId8"/>
    <p:sldId id="270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38212-1785-472F-A7F5-6F027373DC80}" v="13" dt="2026-04-06T07:45:42.081"/>
    <p1510:client id="{E8805229-7AEC-4AB0-8F26-28BAE6BADA3F}" v="3" dt="2026-04-06T07:57:39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iyansheikh@gmail.com" userId="3d7c6fa617ac80af" providerId="LiveId" clId="{25C92D7D-BC58-4C74-9451-84929F898DAE}"/>
    <pc:docChg chg="addSld delSld modSld">
      <pc:chgData name="alviyansheikh@gmail.com" userId="3d7c6fa617ac80af" providerId="LiveId" clId="{25C92D7D-BC58-4C74-9451-84929F898DAE}" dt="2026-04-06T07:57:45.229" v="39" actId="2696"/>
      <pc:docMkLst>
        <pc:docMk/>
      </pc:docMkLst>
      <pc:sldChg chg="modSp">
        <pc:chgData name="alviyansheikh@gmail.com" userId="3d7c6fa617ac80af" providerId="LiveId" clId="{25C92D7D-BC58-4C74-9451-84929F898DAE}" dt="2026-04-06T07:57:39.547" v="38"/>
        <pc:sldMkLst>
          <pc:docMk/>
          <pc:sldMk cId="4038497896" sldId="265"/>
        </pc:sldMkLst>
        <pc:spChg chg="mod">
          <ac:chgData name="alviyansheikh@gmail.com" userId="3d7c6fa617ac80af" providerId="LiveId" clId="{25C92D7D-BC58-4C74-9451-84929F898DAE}" dt="2026-04-06T07:57:39.547" v="38"/>
          <ac:spMkLst>
            <pc:docMk/>
            <pc:sldMk cId="4038497896" sldId="265"/>
            <ac:spMk id="3" creationId="{4AB09132-C567-73FF-E962-BC1E03E522D4}"/>
          </ac:spMkLst>
        </pc:spChg>
      </pc:sldChg>
      <pc:sldChg chg="del">
        <pc:chgData name="alviyansheikh@gmail.com" userId="3d7c6fa617ac80af" providerId="LiveId" clId="{25C92D7D-BC58-4C74-9451-84929F898DAE}" dt="2026-04-06T07:57:45.229" v="39" actId="2696"/>
        <pc:sldMkLst>
          <pc:docMk/>
          <pc:sldMk cId="1690090014" sldId="266"/>
        </pc:sldMkLst>
      </pc:sldChg>
      <pc:sldChg chg="addSp modSp mod">
        <pc:chgData name="alviyansheikh@gmail.com" userId="3d7c6fa617ac80af" providerId="LiveId" clId="{25C92D7D-BC58-4C74-9451-84929F898DAE}" dt="2026-04-06T07:48:33.315" v="3" actId="14100"/>
        <pc:sldMkLst>
          <pc:docMk/>
          <pc:sldMk cId="1437188014" sldId="267"/>
        </pc:sldMkLst>
        <pc:spChg chg="add mod">
          <ac:chgData name="alviyansheikh@gmail.com" userId="3d7c6fa617ac80af" providerId="LiveId" clId="{25C92D7D-BC58-4C74-9451-84929F898DAE}" dt="2026-04-06T07:48:33.315" v="3" actId="14100"/>
          <ac:spMkLst>
            <pc:docMk/>
            <pc:sldMk cId="1437188014" sldId="267"/>
            <ac:spMk id="3" creationId="{3C1419E2-A72F-221D-672E-A095ABD4A5A4}"/>
          </ac:spMkLst>
        </pc:spChg>
      </pc:sldChg>
      <pc:sldChg chg="addSp modSp new mod">
        <pc:chgData name="alviyansheikh@gmail.com" userId="3d7c6fa617ac80af" providerId="LiveId" clId="{25C92D7D-BC58-4C74-9451-84929F898DAE}" dt="2026-04-06T07:53:09.195" v="11" actId="5793"/>
        <pc:sldMkLst>
          <pc:docMk/>
          <pc:sldMk cId="2829202583" sldId="268"/>
        </pc:sldMkLst>
        <pc:spChg chg="add mod">
          <ac:chgData name="alviyansheikh@gmail.com" userId="3d7c6fa617ac80af" providerId="LiveId" clId="{25C92D7D-BC58-4C74-9451-84929F898DAE}" dt="2026-04-06T07:53:09.195" v="11" actId="5793"/>
          <ac:spMkLst>
            <pc:docMk/>
            <pc:sldMk cId="2829202583" sldId="268"/>
            <ac:spMk id="3" creationId="{D799C100-16EC-F82D-4396-A5F23B00C72D}"/>
          </ac:spMkLst>
        </pc:spChg>
      </pc:sldChg>
      <pc:sldChg chg="addSp modSp new mod">
        <pc:chgData name="alviyansheikh@gmail.com" userId="3d7c6fa617ac80af" providerId="LiveId" clId="{25C92D7D-BC58-4C74-9451-84929F898DAE}" dt="2026-04-06T07:55:10.439" v="30" actId="5793"/>
        <pc:sldMkLst>
          <pc:docMk/>
          <pc:sldMk cId="227988268" sldId="269"/>
        </pc:sldMkLst>
        <pc:spChg chg="add mod">
          <ac:chgData name="alviyansheikh@gmail.com" userId="3d7c6fa617ac80af" providerId="LiveId" clId="{25C92D7D-BC58-4C74-9451-84929F898DAE}" dt="2026-04-06T07:55:10.439" v="30" actId="5793"/>
          <ac:spMkLst>
            <pc:docMk/>
            <pc:sldMk cId="227988268" sldId="269"/>
            <ac:spMk id="3" creationId="{FC3DD55B-4BE8-8F49-CBD2-5166D3EA24CD}"/>
          </ac:spMkLst>
        </pc:spChg>
      </pc:sldChg>
      <pc:sldChg chg="addSp modSp new mod">
        <pc:chgData name="alviyansheikh@gmail.com" userId="3d7c6fa617ac80af" providerId="LiveId" clId="{25C92D7D-BC58-4C74-9451-84929F898DAE}" dt="2026-04-06T07:55:57.344" v="35"/>
        <pc:sldMkLst>
          <pc:docMk/>
          <pc:sldMk cId="1988783291" sldId="270"/>
        </pc:sldMkLst>
        <pc:spChg chg="add mod">
          <ac:chgData name="alviyansheikh@gmail.com" userId="3d7c6fa617ac80af" providerId="LiveId" clId="{25C92D7D-BC58-4C74-9451-84929F898DAE}" dt="2026-04-06T07:55:57.344" v="35"/>
          <ac:spMkLst>
            <pc:docMk/>
            <pc:sldMk cId="1988783291" sldId="270"/>
            <ac:spMk id="3" creationId="{A2A9615B-5A52-C4AE-C930-A747CF01AB9F}"/>
          </ac:spMkLst>
        </pc:spChg>
      </pc:sldChg>
      <pc:sldChg chg="new del">
        <pc:chgData name="alviyansheikh@gmail.com" userId="3d7c6fa617ac80af" providerId="LiveId" clId="{25C92D7D-BC58-4C74-9451-84929F898DAE}" dt="2026-04-06T07:56:35.080" v="37" actId="2696"/>
        <pc:sldMkLst>
          <pc:docMk/>
          <pc:sldMk cId="316983727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46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58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84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20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89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996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33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04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B3FB86B-5091-48F4-96CF-71C3CF6F31D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4847206-DD48-40A3-8A76-E3A139FD768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247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E9C7-6CE8-39F9-282D-EDC97124D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                  </a:t>
            </a:r>
            <a:r>
              <a:rPr lang="en-US" sz="7200" dirty="0"/>
              <a:t>PORTFOLIO</a:t>
            </a: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422BD-6CB3-C30D-ED62-75A9B4B64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634" y="3931920"/>
            <a:ext cx="10993546" cy="158191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AIM :  Professional portfolio for a freelancer</a:t>
            </a:r>
          </a:p>
          <a:p>
            <a:r>
              <a:rPr lang="en-US" sz="20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A freelance graphic designer needs a portfolio. Include a </a:t>
            </a:r>
            <a:r>
              <a:rPr lang="en-US" sz="2000" dirty="0" err="1">
                <a:solidFill>
                  <a:schemeClr val="accent1">
                    <a:lumMod val="10000"/>
                    <a:lumOff val="90000"/>
                  </a:schemeClr>
                </a:solidFill>
              </a:rPr>
              <a:t>bio,a</a:t>
            </a:r>
            <a:r>
              <a:rPr lang="en-US" sz="20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 filterable gallery of their work (using </a:t>
            </a:r>
            <a:r>
              <a:rPr lang="en-US" sz="2000" dirty="0" err="1">
                <a:solidFill>
                  <a:schemeClr val="accent1">
                    <a:lumMod val="10000"/>
                    <a:lumOff val="90000"/>
                  </a:schemeClr>
                </a:solidFill>
              </a:rPr>
              <a:t>css</a:t>
            </a:r>
            <a:r>
              <a:rPr lang="en-US" sz="20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 grid) ,a client testimonial slider, and a contact section.  </a:t>
            </a:r>
            <a:endParaRPr lang="en-IN" sz="2000" dirty="0">
              <a:solidFill>
                <a:schemeClr val="accent1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52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278AE-AC8E-DA99-4EDE-920054146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06604"/>
          </a:xfrm>
        </p:spPr>
        <p:txBody>
          <a:bodyPr>
            <a:normAutofit/>
          </a:bodyPr>
          <a:lstStyle/>
          <a:p>
            <a:r>
              <a:rPr lang="en-US" sz="3600" dirty="0"/>
              <a:t>CODE (HTML)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F20C-38A6-95E8-C165-579CAC869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84" y="2010984"/>
            <a:ext cx="11029615" cy="47872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    &lt;title&gt;Alviya's Designs&lt;/title&gt;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center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&lt;h1&gt;Alviya's Designs&lt;/h1&gt;</a:t>
            </a:r>
          </a:p>
          <a:p>
            <a:pPr marL="0" indent="0">
              <a:buNone/>
            </a:pPr>
            <a:r>
              <a:rPr lang="en-IN" dirty="0"/>
              <a:t>    &lt;p&gt;Creative Graphic Designer | Logos • Posters • Social Media&lt;/p&gt;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&lt;a </a:t>
            </a:r>
            <a:r>
              <a:rPr lang="en-IN" dirty="0" err="1"/>
              <a:t>href</a:t>
            </a:r>
            <a:r>
              <a:rPr lang="en-IN" dirty="0"/>
              <a:t>="#work"&gt;</a:t>
            </a:r>
          </a:p>
          <a:p>
            <a:pPr marL="0" indent="0">
              <a:buNone/>
            </a:pPr>
            <a:r>
              <a:rPr lang="en-IN" dirty="0"/>
              <a:t>        &lt;button&gt;View My Work&lt;/button&gt;</a:t>
            </a:r>
          </a:p>
          <a:p>
            <a:pPr marL="0" indent="0">
              <a:buNone/>
            </a:pPr>
            <a:r>
              <a:rPr lang="en-IN" dirty="0"/>
              <a:t>    &lt;/a&gt;</a:t>
            </a:r>
          </a:p>
          <a:p>
            <a:pPr marL="0" indent="0">
              <a:buNone/>
            </a:pPr>
            <a:r>
              <a:rPr lang="en-IN" dirty="0"/>
              <a:t>&lt;/</a:t>
            </a:r>
            <a:r>
              <a:rPr lang="en-IN" dirty="0" err="1"/>
              <a:t>center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328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83DF8-AA5D-940C-D06F-FE48BDCB9526}"/>
              </a:ext>
            </a:extLst>
          </p:cNvPr>
          <p:cNvSpPr txBox="1"/>
          <p:nvPr/>
        </p:nvSpPr>
        <p:spPr>
          <a:xfrm>
            <a:off x="758952" y="919955"/>
            <a:ext cx="84101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&lt;hr&gt;</a:t>
            </a:r>
          </a:p>
          <a:p>
            <a:endParaRPr lang="en-IN"/>
          </a:p>
          <a:p>
            <a:r>
              <a:rPr lang="en-IN"/>
              <a:t>&lt;h2 id="work" align="center"&gt;My Work&lt;/h2&gt;</a:t>
            </a:r>
          </a:p>
          <a:p>
            <a:endParaRPr lang="en-IN"/>
          </a:p>
          <a:p>
            <a:r>
              <a:rPr lang="en-IN"/>
              <a:t>&lt;center&gt;</a:t>
            </a:r>
          </a:p>
          <a:p>
            <a:r>
              <a:rPr lang="en-IN"/>
              <a:t>    </a:t>
            </a:r>
          </a:p>
          <a:p>
            <a:r>
              <a:rPr lang="en-IN"/>
              <a:t>    &lt;p&gt;</a:t>
            </a:r>
          </a:p>
          <a:p>
            <a:r>
              <a:rPr lang="en-IN"/>
              <a:t>        &lt;button&gt;All&lt;/button&gt;</a:t>
            </a:r>
          </a:p>
          <a:p>
            <a:r>
              <a:rPr lang="en-IN"/>
              <a:t>        &lt;button&gt;Logos&lt;/button&gt;</a:t>
            </a:r>
          </a:p>
          <a:p>
            <a:r>
              <a:rPr lang="en-IN"/>
              <a:t>        &lt;button&gt;Posters&lt;/button&gt;</a:t>
            </a:r>
          </a:p>
          <a:p>
            <a:r>
              <a:rPr lang="en-IN"/>
              <a:t>    &lt;/p&gt;</a:t>
            </a:r>
          </a:p>
          <a:p>
            <a:endParaRPr lang="en-IN"/>
          </a:p>
          <a:p>
            <a:r>
              <a:rPr lang="en-IN"/>
              <a:t>    &lt;table border="1" cellspacing="10"&gt;</a:t>
            </a:r>
          </a:p>
          <a:p>
            <a:r>
              <a:rPr lang="en-IN"/>
              <a:t>        &lt;tr&gt;</a:t>
            </a:r>
          </a:p>
          <a:p>
            <a:r>
              <a:rPr lang="en-IN"/>
              <a:t>            &lt;td&gt;&lt;img src="logo1.jpg" width="200"&gt;&lt;/td&gt;</a:t>
            </a:r>
          </a:p>
          <a:p>
            <a:r>
              <a:rPr lang="en-IN"/>
              <a:t>            &lt;td&gt;&lt;img src="poster1.jpeg" width="200"&gt;&lt;/td&gt;</a:t>
            </a:r>
          </a:p>
          <a:p>
            <a:r>
              <a:rPr lang="en-IN"/>
              <a:t>            &lt;td&gt;&lt;img src="social1.jpeg" width="200"&gt;&lt;/td&gt;</a:t>
            </a:r>
          </a:p>
          <a:p>
            <a:r>
              <a:rPr lang="en-IN"/>
              <a:t>        &lt;/tr&gt;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62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384FC-0373-51B7-EA06-27C27EFBA61C}"/>
              </a:ext>
            </a:extLst>
          </p:cNvPr>
          <p:cNvSpPr txBox="1"/>
          <p:nvPr/>
        </p:nvSpPr>
        <p:spPr>
          <a:xfrm>
            <a:off x="630936" y="751344"/>
            <a:ext cx="851077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&lt;tr&gt;</a:t>
            </a:r>
          </a:p>
          <a:p>
            <a:r>
              <a:rPr lang="en-IN" dirty="0"/>
              <a:t>            &lt;td&gt;&lt;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="logo2.jpg" width="200"&gt;&lt;/td&gt;</a:t>
            </a:r>
          </a:p>
          <a:p>
            <a:r>
              <a:rPr lang="en-IN" dirty="0"/>
              <a:t>            &lt;td&gt;&lt;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="poster2.jpeg" width="200"&gt;&lt;/td&gt;</a:t>
            </a:r>
          </a:p>
          <a:p>
            <a:r>
              <a:rPr lang="en-IN" dirty="0"/>
              <a:t>            &lt;td&gt;&lt;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="social2.jpeg" width="200"&gt;&lt;/td&gt;</a:t>
            </a:r>
          </a:p>
          <a:p>
            <a:r>
              <a:rPr lang="en-IN" dirty="0"/>
              <a:t>        &lt;/tr&gt;</a:t>
            </a:r>
          </a:p>
          <a:p>
            <a:r>
              <a:rPr lang="en-IN" dirty="0"/>
              <a:t>    &lt;/table&gt;</a:t>
            </a:r>
          </a:p>
          <a:p>
            <a:r>
              <a:rPr lang="en-IN" dirty="0"/>
              <a:t>&lt;/</a:t>
            </a:r>
            <a:r>
              <a:rPr lang="en-IN" dirty="0" err="1"/>
              <a:t>center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&lt;hr&gt;</a:t>
            </a:r>
          </a:p>
          <a:p>
            <a:endParaRPr lang="en-IN" dirty="0"/>
          </a:p>
          <a:p>
            <a:r>
              <a:rPr lang="en-IN" dirty="0"/>
              <a:t>&lt;h2 align="</a:t>
            </a:r>
            <a:r>
              <a:rPr lang="en-IN" dirty="0" err="1"/>
              <a:t>center</a:t>
            </a:r>
            <a:r>
              <a:rPr lang="en-IN" dirty="0"/>
              <a:t>"&gt;Testimonials&lt;/h2&gt;</a:t>
            </a:r>
          </a:p>
          <a:p>
            <a:endParaRPr lang="en-IN" dirty="0"/>
          </a:p>
          <a:p>
            <a:r>
              <a:rPr lang="en-IN" dirty="0"/>
              <a:t>&lt;</a:t>
            </a:r>
            <a:r>
              <a:rPr lang="en-IN" dirty="0" err="1"/>
              <a:t>center</a:t>
            </a:r>
            <a:r>
              <a:rPr lang="en-IN" dirty="0"/>
              <a:t>&gt;</a:t>
            </a:r>
          </a:p>
          <a:p>
            <a:r>
              <a:rPr lang="en-IN" dirty="0"/>
              <a:t>    &lt;p&gt;"Amazing work!" - Client A&lt;/p&gt;</a:t>
            </a:r>
          </a:p>
          <a:p>
            <a:r>
              <a:rPr lang="en-IN" dirty="0"/>
              <a:t>    &lt;p&gt;"Very professional!" - Client B&lt;/p&gt;</a:t>
            </a:r>
          </a:p>
          <a:p>
            <a:r>
              <a:rPr lang="en-IN" dirty="0"/>
              <a:t>    &lt;p&gt;"Loved the designs!" - Client C&lt;/p&gt;</a:t>
            </a:r>
          </a:p>
          <a:p>
            <a:r>
              <a:rPr lang="en-IN" dirty="0"/>
              <a:t>&lt;/</a:t>
            </a:r>
            <a:r>
              <a:rPr lang="en-IN" dirty="0" err="1"/>
              <a:t>center</a:t>
            </a:r>
            <a:r>
              <a:rPr lang="en-IN" dirty="0"/>
              <a:t>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38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B09132-C567-73FF-E962-BC1E03E522D4}"/>
              </a:ext>
            </a:extLst>
          </p:cNvPr>
          <p:cNvSpPr txBox="1"/>
          <p:nvPr/>
        </p:nvSpPr>
        <p:spPr>
          <a:xfrm>
            <a:off x="566928" y="820478"/>
            <a:ext cx="866622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&lt;hr&gt;</a:t>
            </a:r>
          </a:p>
          <a:p>
            <a:endParaRPr lang="en-IN" dirty="0"/>
          </a:p>
          <a:p>
            <a:r>
              <a:rPr lang="en-IN" dirty="0"/>
              <a:t>&lt;h2 align="</a:t>
            </a:r>
            <a:r>
              <a:rPr lang="en-IN" dirty="0" err="1"/>
              <a:t>center</a:t>
            </a:r>
            <a:r>
              <a:rPr lang="en-IN" dirty="0"/>
              <a:t>"&gt;Contact Me&lt;/h2&gt;</a:t>
            </a:r>
          </a:p>
          <a:p>
            <a:endParaRPr lang="en-IN" dirty="0"/>
          </a:p>
          <a:p>
            <a:r>
              <a:rPr lang="en-IN" dirty="0"/>
              <a:t>&lt;</a:t>
            </a:r>
            <a:r>
              <a:rPr lang="en-IN" dirty="0" err="1"/>
              <a:t>center</a:t>
            </a:r>
            <a:r>
              <a:rPr lang="en-IN" dirty="0"/>
              <a:t>&gt;</a:t>
            </a:r>
          </a:p>
          <a:p>
            <a:r>
              <a:rPr lang="en-IN" dirty="0"/>
              <a:t>    &lt;form&gt;</a:t>
            </a:r>
          </a:p>
          <a:p>
            <a:r>
              <a:rPr lang="en-IN" dirty="0"/>
              <a:t>        &lt;p&gt;Name:&lt;</a:t>
            </a:r>
            <a:r>
              <a:rPr lang="en-IN" dirty="0" err="1"/>
              <a:t>br</a:t>
            </a:r>
            <a:r>
              <a:rPr lang="en-IN" dirty="0"/>
              <a:t>&gt;&lt;input type="text"&gt;&lt;/p&gt;</a:t>
            </a:r>
          </a:p>
          <a:p>
            <a:r>
              <a:rPr lang="en-IN" dirty="0"/>
              <a:t>        &lt;p&gt;Email:&lt;</a:t>
            </a:r>
            <a:r>
              <a:rPr lang="en-IN" dirty="0" err="1"/>
              <a:t>br</a:t>
            </a:r>
            <a:r>
              <a:rPr lang="en-IN" dirty="0"/>
              <a:t>&gt;&lt;input type="email"&gt;&lt;/p&gt;</a:t>
            </a:r>
          </a:p>
          <a:p>
            <a:r>
              <a:rPr lang="en-IN" dirty="0"/>
              <a:t>        &lt;p&gt;Message:&lt;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textarea</a:t>
            </a:r>
            <a:r>
              <a:rPr lang="en-IN" dirty="0"/>
              <a:t>&gt;&lt;/</a:t>
            </a:r>
            <a:r>
              <a:rPr lang="en-IN" dirty="0" err="1"/>
              <a:t>textarea</a:t>
            </a:r>
            <a:r>
              <a:rPr lang="en-IN" dirty="0"/>
              <a:t>&gt;&lt;/p&gt;</a:t>
            </a:r>
          </a:p>
          <a:p>
            <a:r>
              <a:rPr lang="en-IN" dirty="0"/>
              <a:t>        &lt;button&gt;Send Message&lt;/button&gt;</a:t>
            </a:r>
          </a:p>
          <a:p>
            <a:r>
              <a:rPr lang="en-IN" dirty="0"/>
              <a:t>    &lt;/form&gt;</a:t>
            </a:r>
          </a:p>
          <a:p>
            <a:r>
              <a:rPr lang="en-IN" dirty="0"/>
              <a:t>&lt;/</a:t>
            </a:r>
            <a:r>
              <a:rPr lang="en-IN" dirty="0" err="1"/>
              <a:t>center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&lt;hr&gt;</a:t>
            </a:r>
          </a:p>
          <a:p>
            <a:r>
              <a:rPr lang="en-US" dirty="0"/>
              <a:t>&lt;center&gt;</a:t>
            </a:r>
          </a:p>
          <a:p>
            <a:r>
              <a:rPr lang="en-US" dirty="0"/>
              <a:t>    &lt;p&gt;© 2026 Alviya's Designs&lt;/p&gt;</a:t>
            </a:r>
          </a:p>
          <a:p>
            <a:r>
              <a:rPr lang="en-US" dirty="0"/>
              <a:t>&lt;/center&gt;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49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99C100-16EC-F82D-4396-A5F23B00C72D}"/>
              </a:ext>
            </a:extLst>
          </p:cNvPr>
          <p:cNvSpPr txBox="1"/>
          <p:nvPr/>
        </p:nvSpPr>
        <p:spPr>
          <a:xfrm>
            <a:off x="566928" y="859536"/>
            <a:ext cx="85747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HTML Tags Used</a:t>
            </a:r>
          </a:p>
          <a:p>
            <a:pPr>
              <a:buNone/>
            </a:pPr>
            <a:r>
              <a:rPr lang="en-IN" b="1" dirty="0"/>
              <a:t>Basic Structure: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&lt;html&gt;</a:t>
            </a:r>
            <a:r>
              <a:rPr lang="en-IN" dirty="0"/>
              <a:t> – Root element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&lt;head&gt;</a:t>
            </a:r>
            <a:r>
              <a:rPr lang="en-IN" dirty="0"/>
              <a:t> – Metadata section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&lt;title&gt;</a:t>
            </a:r>
            <a:r>
              <a:rPr lang="en-IN" dirty="0"/>
              <a:t> – Page title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&lt;body&gt;</a:t>
            </a:r>
            <a:r>
              <a:rPr lang="en-IN" dirty="0"/>
              <a:t> – Visible content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Text &amp; Layout: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&lt;h1&gt;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&lt;h2&gt;</a:t>
            </a:r>
            <a:r>
              <a:rPr lang="en-IN" dirty="0"/>
              <a:t> – Headings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&lt;p&gt;</a:t>
            </a:r>
            <a:r>
              <a:rPr lang="en-IN" dirty="0"/>
              <a:t> – Paragraph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</a:t>
            </a:r>
            <a:r>
              <a:rPr lang="en-IN" dirty="0" err="1">
                <a:latin typeface="Courier New" panose="02070309020205020404" pitchFamily="49" charset="0"/>
              </a:rPr>
              <a:t>center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  <a:r>
              <a:rPr lang="en-IN" dirty="0"/>
              <a:t> – </a:t>
            </a:r>
            <a:r>
              <a:rPr lang="en-IN" dirty="0" err="1"/>
              <a:t>Center</a:t>
            </a:r>
            <a:r>
              <a:rPr lang="en-IN" dirty="0"/>
              <a:t> alignment (deprecated)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&lt;hr&gt;</a:t>
            </a:r>
            <a:r>
              <a:rPr lang="en-IN" dirty="0"/>
              <a:t> – Horizontal line</a:t>
            </a:r>
          </a:p>
        </p:txBody>
      </p:sp>
    </p:spTree>
    <p:extLst>
      <p:ext uri="{BB962C8B-B14F-4D97-AF65-F5344CB8AC3E}">
        <p14:creationId xmlns:p14="http://schemas.microsoft.com/office/powerpoint/2010/main" val="282920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DD55B-4BE8-8F49-CBD2-5166D3EA24CD}"/>
              </a:ext>
            </a:extLst>
          </p:cNvPr>
          <p:cNvSpPr txBox="1"/>
          <p:nvPr/>
        </p:nvSpPr>
        <p:spPr>
          <a:xfrm>
            <a:off x="457200" y="923544"/>
            <a:ext cx="868451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Interactive &amp; Media Tags</a:t>
            </a:r>
          </a:p>
          <a:p>
            <a:pPr>
              <a:buNone/>
            </a:pPr>
            <a:r>
              <a:rPr lang="en-IN" b="1" dirty="0"/>
              <a:t>Links &amp; Buttons: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&lt;a&gt;</a:t>
            </a:r>
            <a:r>
              <a:rPr lang="en-IN" dirty="0"/>
              <a:t> – Hyperlink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&lt;button&gt;</a:t>
            </a:r>
            <a:r>
              <a:rPr lang="en-IN" dirty="0"/>
              <a:t> – Clickable button</a:t>
            </a:r>
          </a:p>
          <a:p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Images: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</a:t>
            </a:r>
            <a:r>
              <a:rPr lang="en-IN" dirty="0" err="1">
                <a:latin typeface="Courier New" panose="02070309020205020404" pitchFamily="49" charset="0"/>
              </a:rPr>
              <a:t>img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  <a:r>
              <a:rPr lang="en-IN" dirty="0"/>
              <a:t> – Displays images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Table (Gallery Layout):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&lt;table&gt;</a:t>
            </a:r>
            <a:r>
              <a:rPr lang="en-IN" dirty="0"/>
              <a:t> – Table container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&lt;tr&gt;</a:t>
            </a:r>
            <a:r>
              <a:rPr lang="en-IN" dirty="0"/>
              <a:t> – Table row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&lt;td&gt;</a:t>
            </a:r>
            <a:r>
              <a:rPr lang="en-IN" dirty="0"/>
              <a:t> – Table cell</a:t>
            </a:r>
          </a:p>
          <a:p>
            <a:endParaRPr lang="en-IN" dirty="0"/>
          </a:p>
          <a:p>
            <a:r>
              <a:rPr lang="en-US" b="1" dirty="0"/>
              <a:t>Form Tags</a:t>
            </a:r>
          </a:p>
          <a:p>
            <a:r>
              <a:rPr lang="en-US" b="1" dirty="0"/>
              <a:t>Form Elements:</a:t>
            </a:r>
            <a:endParaRPr lang="en-US" dirty="0"/>
          </a:p>
          <a:p>
            <a:r>
              <a:rPr lang="en-US" dirty="0"/>
              <a:t>&lt;form&gt; – Form container </a:t>
            </a:r>
          </a:p>
          <a:p>
            <a:r>
              <a:rPr lang="en-US" dirty="0"/>
              <a:t>&lt;input&gt; – Input field </a:t>
            </a:r>
          </a:p>
          <a:p>
            <a:r>
              <a:rPr lang="en-US" dirty="0"/>
              <a:t>&lt;</a:t>
            </a:r>
            <a:r>
              <a:rPr lang="en-US" dirty="0" err="1"/>
              <a:t>textarea</a:t>
            </a:r>
            <a:r>
              <a:rPr lang="en-US" dirty="0"/>
              <a:t>&gt; – Multi-line input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8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9615B-5A52-C4AE-C930-A747CF01AB9F}"/>
              </a:ext>
            </a:extLst>
          </p:cNvPr>
          <p:cNvSpPr txBox="1"/>
          <p:nvPr/>
        </p:nvSpPr>
        <p:spPr>
          <a:xfrm>
            <a:off x="438912" y="859537"/>
            <a:ext cx="870280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Attributes Used</a:t>
            </a:r>
          </a:p>
          <a:p>
            <a:pPr>
              <a:buNone/>
            </a:pPr>
            <a:r>
              <a:rPr lang="en-IN" b="1" dirty="0"/>
              <a:t>General: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id="work"</a:t>
            </a:r>
            <a:r>
              <a:rPr lang="en-IN" dirty="0"/>
              <a:t> – Section identifier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align="</a:t>
            </a:r>
            <a:r>
              <a:rPr lang="en-IN" dirty="0" err="1">
                <a:latin typeface="Courier New" panose="02070309020205020404" pitchFamily="49" charset="0"/>
              </a:rPr>
              <a:t>center</a:t>
            </a:r>
            <a:r>
              <a:rPr lang="en-IN" dirty="0">
                <a:latin typeface="Courier New" panose="02070309020205020404" pitchFamily="49" charset="0"/>
              </a:rPr>
              <a:t>"</a:t>
            </a:r>
            <a:r>
              <a:rPr lang="en-IN" dirty="0"/>
              <a:t> – Text alignment </a:t>
            </a:r>
          </a:p>
          <a:p>
            <a:pPr>
              <a:buNone/>
            </a:pPr>
            <a:r>
              <a:rPr lang="en-IN" b="1" dirty="0"/>
              <a:t>Links: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href</a:t>
            </a:r>
            <a:r>
              <a:rPr lang="en-IN" dirty="0">
                <a:latin typeface="Courier New" panose="02070309020205020404" pitchFamily="49" charset="0"/>
              </a:rPr>
              <a:t>="#work"</a:t>
            </a:r>
            <a:r>
              <a:rPr lang="en-IN" dirty="0"/>
              <a:t> – Internal linking </a:t>
            </a:r>
          </a:p>
          <a:p>
            <a:pPr>
              <a:buNone/>
            </a:pPr>
            <a:r>
              <a:rPr lang="en-IN" b="1" dirty="0"/>
              <a:t>Images: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src</a:t>
            </a:r>
            <a:r>
              <a:rPr lang="en-IN" dirty="0">
                <a:latin typeface="Courier New" panose="02070309020205020404" pitchFamily="49" charset="0"/>
              </a:rPr>
              <a:t>="image.jpg"</a:t>
            </a:r>
            <a:r>
              <a:rPr lang="en-IN" dirty="0"/>
              <a:t> – Image source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width="200"</a:t>
            </a:r>
            <a:r>
              <a:rPr lang="en-IN" dirty="0"/>
              <a:t> – Image size </a:t>
            </a:r>
          </a:p>
          <a:p>
            <a:r>
              <a:rPr lang="en-US" b="1" dirty="0"/>
              <a:t>Table &amp; Input Attributes</a:t>
            </a:r>
          </a:p>
          <a:p>
            <a:r>
              <a:rPr lang="en-US" b="1" dirty="0"/>
              <a:t>Table:</a:t>
            </a:r>
            <a:endParaRPr lang="en-US" dirty="0"/>
          </a:p>
          <a:p>
            <a:r>
              <a:rPr lang="en-US" dirty="0"/>
              <a:t>border="1" – Table border </a:t>
            </a:r>
          </a:p>
          <a:p>
            <a:r>
              <a:rPr lang="en-US" dirty="0" err="1"/>
              <a:t>cellspacing</a:t>
            </a:r>
            <a:r>
              <a:rPr lang="en-US" dirty="0"/>
              <a:t>="10" – Space between cells </a:t>
            </a:r>
          </a:p>
          <a:p>
            <a:r>
              <a:rPr lang="en-US" b="1" dirty="0"/>
              <a:t>Input:</a:t>
            </a:r>
            <a:endParaRPr lang="en-US" dirty="0"/>
          </a:p>
          <a:p>
            <a:r>
              <a:rPr lang="en-US" dirty="0"/>
              <a:t>type="text" – Text field </a:t>
            </a:r>
          </a:p>
          <a:p>
            <a:r>
              <a:rPr lang="en-US" dirty="0"/>
              <a:t>type="email" – Email field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783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419E2-A72F-221D-672E-A095ABD4A5A4}"/>
              </a:ext>
            </a:extLst>
          </p:cNvPr>
          <p:cNvSpPr txBox="1"/>
          <p:nvPr/>
        </p:nvSpPr>
        <p:spPr>
          <a:xfrm>
            <a:off x="493776" y="1444753"/>
            <a:ext cx="86479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Presented By : ALVIYA SHEIKH </a:t>
            </a:r>
          </a:p>
          <a:p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USN : CS25011</a:t>
            </a:r>
          </a:p>
        </p:txBody>
      </p:sp>
    </p:spTree>
    <p:extLst>
      <p:ext uri="{BB962C8B-B14F-4D97-AF65-F5344CB8AC3E}">
        <p14:creationId xmlns:p14="http://schemas.microsoft.com/office/powerpoint/2010/main" val="143718801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61</TotalTime>
  <Words>701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Courier New</vt:lpstr>
      <vt:lpstr>Gill Sans MT</vt:lpstr>
      <vt:lpstr>Wingdings 2</vt:lpstr>
      <vt:lpstr>Dividend</vt:lpstr>
      <vt:lpstr>                       PORTFOLIO</vt:lpstr>
      <vt:lpstr>CODE (HTML)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alviyansheikh@gmail.com</dc:creator>
  <cp:lastModifiedBy>alviyansheikh@gmail.com</cp:lastModifiedBy>
  <cp:revision>2</cp:revision>
  <dcterms:created xsi:type="dcterms:W3CDTF">2026-04-06T06:55:15Z</dcterms:created>
  <dcterms:modified xsi:type="dcterms:W3CDTF">2026-04-06T07:57:46Z</dcterms:modified>
</cp:coreProperties>
</file>